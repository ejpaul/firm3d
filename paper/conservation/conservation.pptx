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>
        <p:scale>
          <a:sx n="171" d="100"/>
          <a:sy n="171" d="100"/>
        </p:scale>
        <p:origin x="144" y="-9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73938-0ECE-D8AA-5F56-FF6EB7A6F1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1D730D-955F-DDF9-D6D0-59814A75D8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E767E7-A845-07E6-6021-A95B02303A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081E4-F9FE-BD49-92F1-90E1867717E6}" type="datetimeFigureOut">
              <a:rPr lang="en-US" smtClean="0"/>
              <a:t>12/9/25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3D5D61-56AB-81AF-84E4-69F679AD6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17A168-43C1-BAF1-2E07-ED1C7A2FE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CEA2E-ACA3-A248-A417-3F17C9B202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5386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FC11F-6DAC-AFB7-44ED-DEB7AA660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E62853-1705-73D1-A736-C418B335D7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68C4C0-A972-F6E2-D35F-99BBF40E10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081E4-F9FE-BD49-92F1-90E1867717E6}" type="datetimeFigureOut">
              <a:rPr lang="en-US" smtClean="0"/>
              <a:t>12/9/25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2AD110-541E-0D0A-BBCC-08FC25F28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D67C58-74DE-D910-D620-5BAB215E4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CEA2E-ACA3-A248-A417-3F17C9B202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7689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E7371-7876-C882-4DF0-9D37594F03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5B1658-7DC7-2DBC-6349-05B95E8B3F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8B96FF-0308-E2B8-FE37-A32418CFD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081E4-F9FE-BD49-92F1-90E1867717E6}" type="datetimeFigureOut">
              <a:rPr lang="en-US" smtClean="0"/>
              <a:t>12/9/25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F34300-0E23-192F-63D8-B7D52B2FA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824D67-6B22-9613-1732-32D7E738C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CEA2E-ACA3-A248-A417-3F17C9B202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779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9FBCF-1EDD-2A82-15CC-ABE5F6752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F8D4EA-989C-15FC-1E91-713EA0CEDD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EA8D64-8A91-BD90-C073-41DDF0C598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7C4743-1232-C70D-770C-B184C482F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081E4-F9FE-BD49-92F1-90E1867717E6}" type="datetimeFigureOut">
              <a:rPr lang="en-US" smtClean="0"/>
              <a:t>12/9/25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254DEB-0D96-2B93-B632-8EFD07BD8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0832BA-B156-CFC6-39BC-C9B7FE387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CEA2E-ACA3-A248-A417-3F17C9B202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3697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7F32A-4EBA-4557-B34D-D609CD05B0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F2E69F-2580-B24C-FFB5-BC034FE49B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89DB7A-558D-F2F4-A1AF-F133909594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2C195B-1051-38ED-9910-93E0BC8443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763F98-18CF-E884-76A7-94FB6BFD3D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B4D5209-0576-2334-D477-8999A41CD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081E4-F9FE-BD49-92F1-90E1867717E6}" type="datetimeFigureOut">
              <a:rPr lang="en-US" smtClean="0"/>
              <a:t>12/9/25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95409B5-B803-BC72-2375-2813327C8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1F4124-CC60-DEB5-18E5-A63A43FBA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CEA2E-ACA3-A248-A417-3F17C9B202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5199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5653C-1E2F-1DBD-869B-D6DD9A149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76F4F1-D991-644E-891D-572DF9D12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081E4-F9FE-BD49-92F1-90E1867717E6}" type="datetimeFigureOut">
              <a:rPr lang="en-US" smtClean="0"/>
              <a:t>12/9/25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F32446-90F5-5751-D54B-6312F850A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690361-80DE-1B27-B2E6-3F138CBC3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CEA2E-ACA3-A248-A417-3F17C9B202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6147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E58E4F-5859-711E-2357-2F987E716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081E4-F9FE-BD49-92F1-90E1867717E6}" type="datetimeFigureOut">
              <a:rPr lang="en-US" smtClean="0"/>
              <a:t>12/9/25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541725-ED61-23F4-7E08-9DCB021F0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4D94E9-D359-1270-AC4C-DF64611E7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CEA2E-ACA3-A248-A417-3F17C9B202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462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F5263-6F2C-3FE7-0F4B-01ECC6AF1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8D8CDA-2EFE-5018-5FE5-A5C3115E3B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8A9C49-C44E-DB17-D32E-BB3F8A3C4E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0B93E6-2509-DE06-372C-87E380AF4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081E4-F9FE-BD49-92F1-90E1867717E6}" type="datetimeFigureOut">
              <a:rPr lang="en-US" smtClean="0"/>
              <a:t>12/9/25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FE33F7-6DE4-6437-AA71-52AD2F382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2DEA70-ABE4-FF66-5626-23F3B6599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CEA2E-ACA3-A248-A417-3F17C9B202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4315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6DBFA-7A2A-DC22-DAAA-E4852171C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0821B5D-5DBE-4AA0-53B8-203800B417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3782FC-7F81-A33D-FDFC-A517FB43EB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A82C69-60D6-7C69-A6E2-EA34D3FAA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081E4-F9FE-BD49-92F1-90E1867717E6}" type="datetimeFigureOut">
              <a:rPr lang="en-US" smtClean="0"/>
              <a:t>12/9/25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155490-DBFC-C085-00F4-A7A4E276C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599D22-FFA0-7DB7-A861-D68D0AD75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CEA2E-ACA3-A248-A417-3F17C9B202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747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0DCCD-9B3E-88A8-4240-219172D9C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5D2ADD-2410-AE3E-875E-91F033E90A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DE5908-E99F-F464-4A64-DB51E7932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081E4-F9FE-BD49-92F1-90E1867717E6}" type="datetimeFigureOut">
              <a:rPr lang="en-US" smtClean="0"/>
              <a:t>12/9/25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F832E2-F416-0FA2-3B8E-BC4F9B015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22A4FA-C7B7-8C47-CE77-56A01A494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CEA2E-ACA3-A248-A417-3F17C9B202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6531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5BC50A3-4CB5-3320-E3ED-E3C101AE34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1F8315-AFDD-C0C4-5A8B-192B798AD1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8A19C3-45F0-00BF-7F81-337D77F15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081E4-F9FE-BD49-92F1-90E1867717E6}" type="datetimeFigureOut">
              <a:rPr lang="en-US" smtClean="0"/>
              <a:t>12/9/25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ADCAAD-91B1-EAA5-88CE-6D11D8E0A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B0B622-263A-D642-AF30-04B3528A6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CEA2E-ACA3-A248-A417-3F17C9B202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8007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9529054-CB00-2F6E-B882-4B16DE426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8614C1-FC85-A9A5-409B-A8F588E39A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AA154A-A687-E48C-815A-9EEFFB8835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4081E4-F9FE-BD49-92F1-90E1867717E6}" type="datetimeFigureOut">
              <a:rPr lang="en-US" smtClean="0"/>
              <a:t>12/9/25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ACCB97-C69B-768C-F095-2FC5F608B5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D1A09D-FD38-50C8-B287-27045564CF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5CEA2E-ACA3-A248-A417-3F17C9B202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285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CDF3E-1A8C-E69D-591D-F81C62A2A43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9ED613-ED1D-835A-067F-C68CBA4F0E9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221BFB2-55F4-AC60-5762-0588E6D5F1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400402"/>
            <a:ext cx="5780313" cy="433523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0AB7A82-F714-70BB-D60B-0956F3A813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687" y="1469301"/>
            <a:ext cx="5607683" cy="4205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3465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Elizabeth Paul</dc:creator>
  <cp:lastModifiedBy>Elizabeth Paul</cp:lastModifiedBy>
  <cp:revision>4</cp:revision>
  <dcterms:created xsi:type="dcterms:W3CDTF">2025-12-09T16:57:26Z</dcterms:created>
  <dcterms:modified xsi:type="dcterms:W3CDTF">2025-12-09T20:34:18Z</dcterms:modified>
</cp:coreProperties>
</file>