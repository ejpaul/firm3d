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84" d="100"/>
          <a:sy n="84" d="100"/>
        </p:scale>
        <p:origin x="208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27B76-75B0-E944-B770-087D9714AD11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73332-2F26-024D-B5CB-9D370E982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4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73332-2F26-024D-B5CB-9D370E9825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8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289A-986B-7F49-514D-41D0B56B4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7E477-D385-313B-26DB-97B655A64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FDDB-87AA-6A24-A780-80D9FC5E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B30B9-359D-4FB0-5AFB-1F8F0FD4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06932-CE01-9ABB-7E76-D477C69E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5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D53F-288A-80A4-54AF-0E587473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E8E61-262E-FD51-B89D-1E6226BCC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EF0FE-F5E8-C10A-1C4C-67E66A1F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90D27-4ACA-5693-2618-B885BCCC3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32F2C-61C4-7417-4D3E-A14C21AF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3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501F-0808-F3FA-0F1A-D12FC01E5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613F5-A949-7BE0-D9FA-8B2D161EC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67989-65DB-E884-8E2C-55CC5CDF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470DC-14FF-CFCC-A153-D5393597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1C371-8B22-1B2D-E0D5-E3210D37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6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6801-C373-CDF3-4A86-9CEA96A9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8CE11-F7C8-34F8-8886-652E81507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D9425-9F7A-7D64-F10C-CC36B66FC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8922A-19A4-7D2B-1481-EC9AE1D3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29B61-830F-7B7E-3C74-5536938A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F19A6-638E-4EF4-178A-EA9873CF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5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F8D4-2215-0D5C-1191-DFEA177B4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D8F2C-2507-F81C-04BE-4F186995E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9991F-3A83-13EF-60D2-C494A4FD9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38428-C83E-481A-1EA0-027711754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35E6A-CC7B-ECFE-1F0B-8918A0512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1697C-1F21-93E5-8176-EAD9FC888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9803CF-0509-F8D1-0BB2-6CCC19DA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4FFA2-C810-8B25-905C-B111A106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3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33AA-4ADB-3101-03D7-0271127F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81FE7-F7DE-ACAD-0EBC-741BA4F7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0F804-74A7-4F6D-FC2A-0B4880CE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C6983-3EE5-3693-C8E6-28062BC4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9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30EEA-E34E-ADF0-C1D5-CCD9857C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BC11C2-124A-D3D0-1843-488E6FC0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9D61-B632-BA55-1DCC-674B8179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91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EBD4-FF65-BBA4-E16F-7445A5C2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71AB0-A067-3532-30D2-6FF51653E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28829-7C22-9A2D-D9B0-90D713891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0DD33-A612-4EDE-CF97-C1FA459C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D1961-6A40-003F-09F4-A48A6B9B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98EF7-A5D3-3A9C-6824-E87908B8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2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510B-465F-61D2-8053-031B9659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B7F52-9731-D91D-B5BA-E51C9B4C4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837BF-814E-D601-0257-15411EC96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D39F2-A211-6CFF-1D6F-638430FB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102A4-4CE5-26D7-229C-1046CE3B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C121F-D3CE-7E93-9B49-E137F148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7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348CC-031A-29FE-6E68-2581A86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C692F-79AC-EA9F-14C4-AA12AB2A6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78DF6-C529-123A-BFE0-DACA3D90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EFD01-6AD9-634F-C935-0B8819A5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C6798-0F4D-AEF4-2326-1A351738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8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3278B5-C4FA-C937-DEB7-EACAC92F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E7D76-18F4-5DFF-012A-40D766697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87404-FEFE-5FB9-C391-D7891D6E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35C91-0AAF-23EB-38BB-BA709698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40663-4B90-885F-3F78-5B6D41DB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3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53950-E1D1-24A6-1C1D-E4A3E3CA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8011D-7A99-059F-5F47-25FBC98C8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6C8D7-240A-75ED-423A-2C1116B95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51275-D991-8E45-8C8F-B297FA35B2C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EED2B-CBE0-B7F7-E0A6-1CB6EB1D0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B3DC2-1C15-5A19-9C9C-050F03CD2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5BDA3-25B5-8648-A98B-980248DD8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99AB097-9055-A420-CDB0-5BC36634AB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61" r="5339" b="1306"/>
          <a:stretch>
            <a:fillRect/>
          </a:stretch>
        </p:blipFill>
        <p:spPr>
          <a:xfrm>
            <a:off x="73571" y="1595605"/>
            <a:ext cx="5806546" cy="41955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C652FD-D115-53C3-EB01-ABBC68FBED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50" b="3406"/>
          <a:stretch>
            <a:fillRect/>
          </a:stretch>
        </p:blipFill>
        <p:spPr>
          <a:xfrm>
            <a:off x="5880117" y="1595605"/>
            <a:ext cx="5885164" cy="431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1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Paul</dc:creator>
  <cp:lastModifiedBy>Elizabeth Paul</cp:lastModifiedBy>
  <cp:revision>2</cp:revision>
  <dcterms:created xsi:type="dcterms:W3CDTF">2025-12-09T18:34:25Z</dcterms:created>
  <dcterms:modified xsi:type="dcterms:W3CDTF">2025-12-10T01:27:00Z</dcterms:modified>
</cp:coreProperties>
</file>