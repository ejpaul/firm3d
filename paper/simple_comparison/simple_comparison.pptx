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FF2C-104F-075D-AC83-4824A815E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243AD-FABB-91AB-ED79-F4902F00E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1C0D-F290-F611-7153-AAE26E69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1CA8C-AD40-19C3-CF7B-136E350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14044-23CE-4577-BA17-CC7BCCFA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E145-9DEF-10F4-315A-EB721FC5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CE0D-3446-067E-68C3-C4E940A91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EBC5-5EF7-7E48-3496-A4BD8CAF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B11DB-3FF8-0466-DE20-339FDCF0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35CEF-B707-E1F8-BAF6-9EA9B91C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1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FA0C-F343-8342-5486-61C188D4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6E602-3546-1556-D600-C950D6746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05D2B-27FE-DB62-3D0A-EA41E0BE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847B-B4F3-087D-E563-E7F3E2F0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9E498-316D-9034-4D72-7E130B6C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4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F933-C3B4-B4E8-9E2B-7BD8ABB1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C3E9-5644-F22F-5221-334074E81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18A4D-8695-6336-9FFA-5476F9E9A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A30D7-65E1-EBF8-3570-B5C2866D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A383D-9EB2-15FE-467B-610E90AC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3E736-09B5-4DAD-570F-F9BA53A9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8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6888-3218-CA21-F274-CCF46D79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82570-725F-DA7A-7DC3-95C7E95B1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29E4E-3DA3-1E62-569C-5B271031A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F9CA9-5817-62D1-EA32-DB90C5651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F4C38-2917-5198-1929-72FBA84BC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592FF-A0D5-2EFD-0DF3-8DF6FDC4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3929E-06F5-04DB-770F-6C931F3F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3D81A-BD90-34DE-BC58-2085D102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70CE-738E-F1BD-617F-84E5E747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389E1-982F-76A8-BC60-2D48E3E9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6BB76-2AF5-42D6-C712-5AF76C90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4EAA2-ABD7-DEB2-8023-3957E0D4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6A16F-301D-1898-197C-E5DC830D1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A63E2-52F9-302F-0A04-CD31C949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AAD45-5B30-B7C9-ABBE-C6EC5438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5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BAE6-4588-F332-A444-906E19DD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8510-A413-A673-18C0-0B9A14C2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4241A-69D7-6164-2666-10BA9E646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DDDCD-6DA2-D22A-1729-C857847B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A4B-41F1-7E8B-EE04-C0BEF92D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9BAB4-4D50-C5FB-378D-E90B4629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5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8B55-0CB0-CB54-AA5E-6E182840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61335-A1F8-D987-C505-41FF7FA6C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933F1-E6C6-7BB6-FCA6-702A073DD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90CF4-48A6-5549-0B1A-5376CA1E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BC3DF-153A-CA85-4E01-6CEBC80D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A5E12-8391-A9A7-699F-ECD5FBEA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E1FF-1AE1-52C1-5709-0AED61DF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A17D2-B38A-3BDB-D5EC-A600BE6B9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B734-0136-5DA7-9318-C4722BAE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8214-B44E-8503-0477-F2F532B0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1D101-C378-B196-4C57-1238ADFA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8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DE967-1533-E1AE-E6B5-EFA77CA50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B0D07-B903-2599-1C21-EB04F82ED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25ED-9F2D-A653-AB2E-16AB4A67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FBF8-734C-D205-336C-88B2D89E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56FF5-1C33-9C6A-C5BB-228F1547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FE2E6-9864-9560-0153-E350831C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BC687-47C7-56B3-4045-9C10356E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99A25-B8FF-49A1-6EF4-63C5A07AE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873AA-2F61-6345-AC10-81F2E21A58C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DFFEE-9400-F38D-7D3A-7D10D1DC9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6C79-A556-486B-9E47-9FFE6B0E2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939D3-55EE-244A-9BE0-B0D81E555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7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9BE77A-220E-C67B-41D8-1D6B9BC67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07" y="1353864"/>
            <a:ext cx="5159704" cy="3869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A42E00-0B5B-EB4D-A25F-C6184F16C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027" y="1353863"/>
            <a:ext cx="5159705" cy="38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8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Paul</dc:creator>
  <cp:lastModifiedBy>Elizabeth Paul</cp:lastModifiedBy>
  <cp:revision>4</cp:revision>
  <dcterms:created xsi:type="dcterms:W3CDTF">2025-10-27T18:02:40Z</dcterms:created>
  <dcterms:modified xsi:type="dcterms:W3CDTF">2025-12-09T19:44:31Z</dcterms:modified>
</cp:coreProperties>
</file>